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Строк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ИНН неверной длины</c:v>
                  </c:pt>
                  <c:pt idx="1">
                    <c:v>Пассивные точки</c:v>
                  </c:pt>
                  <c:pt idx="2">
                    <c:v>Строки без дня визита</c:v>
                  </c:pt>
                  <c:pt idx="3">
                    <c:v>Дубли ИНН в файле</c:v>
                  </c:pt>
                  <c:pt idx="4">
                    <c:v>ИНН испорчен Excel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1094</c:v>
                </c:pt>
                <c:pt idx="1">
                  <c:v>2349</c:v>
                </c:pt>
                <c:pt idx="2">
                  <c:v>795</c:v>
                </c:pt>
                <c:pt idx="3">
                  <c:v>9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уже работает в продакшене: бот в Telegram и веб-приложение внутри Telegram. Всё построено на одной базе данных, доступ 24/7, компьютер держать включённым не нужно.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Ключевая мысль: таблица — это не база данных. Она не умеет проверять правила и не выдерживает нагрузки, когда строк десятки тысяч.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Важно: интерфейса два, но логика одна. Это принципиально — правила нельзя обойти, выбрав другой канал.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Скорость здесь — не про технологии, а про то, сколько точек агент успевает оформить за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не прототип на десяти записях. Объёмы боевые, и на них система отвечает мгновенно.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Сильный аргумент для руководства: система не просто перенесла данные, а показала, где база была битой все эти годы.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Раньше это контролировалось глазами и памятью. Теперь — кодом, одинаково для бота и сайта.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Один предотвращённый дубль экономит часы ручной чистки базы и путаницу в отчётности по клиенту.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Технические детали для тех, кто спросит. Главное — это стандартный стек, который поддержит любой разработчик, а не самописная экзотика.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4 248 — это сумма проблемных строк из отчётов миграции: неверная длина ИНН, пассивные, без дня визита, дубли.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 обещайте всё сразу. Спросите, что для них ценнее — отчёты обычно на первом месте.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— переходите к живой демонстрации: откройте бота и Mini App, введите реальный ИНН. Это убеждает сильнее слайдов.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Управление торговыми точками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Telegram-бот и Mini App вместо Google Таблицы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Прикрепление и регистрация точек — за 40 секунд, с телефона, без таблиц и переписки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27 500+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22960" y="4663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точек в базе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2044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155 000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520440" y="4663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прикреплений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0,1 сек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0" y="4663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ИНН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15400" y="41605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915400" y="4663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без ПК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было до этого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Таблица как база данных — и все вытекающие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75688"/>
            <a:ext cx="512064" cy="51206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756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Медленно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600200" y="224028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точки по ИНН перебирал 24 000 строк таблицы. Ответа приходилось ждать секундами, а при холодном старте скрипт просто отваливался по таймауту.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72968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557016"/>
            <a:ext cx="512064" cy="51206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57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Ненадёжно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600200" y="3721608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терялась, если Google не отвечал. Агент видел ошибку и не понимал, отправились данные или нет — и отправлял ещё раз.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654296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38344"/>
            <a:ext cx="512064" cy="51206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0383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188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Непрозрачно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600200" y="5202936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Никаких правил: один агент занимал точку, где уже стоял коллега; дни визитов дублировались; ошибки в ИНН плодили дубли клиентов.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Два интерфейса — одна база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выбирает, как ему удобнее работать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Telegram-бот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Кнопочный сценарий, без набора текста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на любом телефоне, даже слабом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/back и /cancel — шаг назад в любой момент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Геометка — стандартной кнопкой Telegram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2024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19659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App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75120" y="260604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 целиком на одном экране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спискам: 213 районов — набрал три буквы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Карта: булавку можно поставить в нужную точку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прямо в Telegram, ставить нечего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9560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Одна база данных, одни правила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53309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живут на сервере — обойти их нельзя ни из бота, ни с сайта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работает у агента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входа до отправленной заявки — меньше минуты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2194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53312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52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Вход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 и пароль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06040" y="26974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2907792" y="1965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2194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21024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07792" y="2852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ИНН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99232" y="32004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 сам ищет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точку в базе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3752" y="26974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175504" y="1965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88736" y="2194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88736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75504" y="2852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Нашлась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266944" y="32004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дней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визита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41464" y="26974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443216" y="1965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56448" y="21945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56448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443216" y="2852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нашлась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534656" y="32004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новой точки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09176" y="269748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9710928" y="196596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424160" y="219456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241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710928" y="28529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Готово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02368" y="320040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3434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5840" y="452628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 отправки бот сразу возвращает агента к вводу ИНН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05840" y="4864608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Следующую точку можно обрабатывать без повторного входа. Администратору приходит готовая карточка заявки в Telegram — со всеми полями, геометкой и именем агента.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работает на реальных объёмах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7043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перенесены из Google Таблицы в PostgreSQL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194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27 513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5156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торговых точек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клиентской базе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1945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155 186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прикреплений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перенесено из выгрузки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4023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251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мс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105156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по названию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учётом опечаток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4023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4251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58368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округов и 213 районов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справочниках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Переезд вскрыл проблемы в данных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эти строки просто молча терялись — теперь по каждой есть причина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4008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69164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дало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80960" y="2240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непринятая строка попадает в отчёт с указанием номера строки и причины. Файл открывается в Excel — ответственный видит, что именно чинить.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360920" y="3749040"/>
            <a:ext cx="4160520" cy="1874520"/>
          </a:xfrm>
          <a:prstGeom prst="roundRect">
            <a:avLst>
              <a:gd name="adj" fmla="val 3902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2 349 пассивных точек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680960" y="42976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F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Помечались символами в ИНН и раньше вообще не находились поиском. Теперь агент сразу видит: точка пассивная, вопрос к финансовому отделу.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Правила проверяются автоматически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Раньше они держались на внимательности агента — теперь на сервере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2996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Максимум 3 дня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агент — не больше трёх дней визита на точку. Занято два — система предложит только один.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2996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0" y="2057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Один бренд — один агент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6060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на точке стоит агент вашего бренда, второй прикрепиться не сможет. UL0112 не займёт точку ULTP0101.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04164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Пассивные точки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46177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Работать с ними нельзя. Агент получает предупреждение с названием точки и отправляется к финотделу.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749040"/>
            <a:ext cx="53492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041648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041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0" y="4069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задвоения дней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92240" y="46177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день нельзя выбрать дважды — ни через форму, ни запросом напрямую.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База больше не засоряется дублями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узнаёт точку, даже если название написано с ошибкой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0D5D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6596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Было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514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ошибся в ИНН, не нашёл точку и завёл её заново под другим написанием. В базе появилось два клиента вместо одного — и так годами.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2578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8EF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6596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1993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Стало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только агент вводит название, система показывает похожие точки из базы с их ИНН и спрашивает: «это она?». Один тап — и вместо дубля идёт прикрепление.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519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Примеры, которые система ловит: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8280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«MUHAYO TRADE»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14800" y="4828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в базе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0" y="482803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«MUXAYYO TRADE»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05840" y="5212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«OSIYO MARKET»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14800" y="5212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находит в базе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5212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«OSIYO MARKET MCHJ»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под капотом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Промышленные технологии вместо таблицы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5648" y="221284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Telegram-бот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aiogram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54680" y="251460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93008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08576" y="221284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App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карта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07608" y="251460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45936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61504" y="2212848"/>
            <a:ext cx="292608" cy="292608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Сервер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45936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aiohttp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860536" y="2514600"/>
            <a:ext cx="338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198864" y="201168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314432" y="2212848"/>
            <a:ext cx="292608" cy="29260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98864" y="2606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98864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Railway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3840480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3776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круглосуточно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937760" y="3776472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в облаке — компьютер держать включённым не нужно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553712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234440" y="44897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Обновление одной командой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937760" y="448970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выкатываются автоматически, без остановки работы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5266944"/>
            <a:ext cx="384048" cy="384048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26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4440" y="52029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Проверки на сервере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937760" y="5202936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нельзя обойти, даже отправив запрос напрямую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даёт компании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эффекта, которые видно сразу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2148840"/>
            <a:ext cx="548640" cy="54864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Скорость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оформляет точку за минуту вместо ожидания таблицы. Больше точек за смену — той же командой.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06440" y="2148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4340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Чистая база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Дубли не заводятся, пассивные точки не уходят в работу, ИНН приводятся к единому виду.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8899A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0" y="21488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046720" y="2834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Контроль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321040" y="329184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заявка приходит администратору с агентом, геометкой и временем. Спорных ситуаций «кто занял точку» больше нет.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166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Отдельно: система уже показала 4 248 проблемных записей в старых данных — их чинят точечно, а не ищут вручную.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можно добавить дальше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 уже готов — каждый пункт строится на нём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92808"/>
            <a:ext cx="493776" cy="493776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928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8013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Отчёты для руководства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600200" y="2148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точек прикрепил каждый агент, динамика по неделям, покрытие по областям — выгрузка в Excel или дашборд.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94436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44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8529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Личный кабинет агента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600200" y="3200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Свои точки, свои дни визитов, план на неделю прямо в Telegram.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99592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9959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3904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Фотоотчёт с точки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60020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Снимок витрины вместе с геометкой — подтверждение, что визит был.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5047488"/>
            <a:ext cx="493776" cy="49377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0474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49560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Интеграция с 1С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600200" y="5303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Клиентская база и прикрепления синхронизируются автоматически, без выгрузок вручную.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и сроки — по приоритетам бизнеса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готова и работает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148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перенесены, правила действуют, агенты работают с телефона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297180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уже сделано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3200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Бот, Mini App, база, перенос данных, бизнес-правила, отчёты по качеству данных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93192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предлагаю дальше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4160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 для руководства и личный кабинет агента — следующий этап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4892040"/>
            <a:ext cx="10515600" cy="822960"/>
          </a:xfrm>
          <a:prstGeom prst="roundRect">
            <a:avLst>
              <a:gd name="adj" fmla="val 8889"/>
            </a:avLst>
          </a:prstGeom>
          <a:solidFill>
            <a:srgbClr val="2A3A7C"/>
          </a:solidFill>
          <a:ln w="12700">
            <a:solidFill>
              <a:srgbClr val="3A4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нужно от компании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51206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по этапу 2 и порядок оплаты за выполненную работу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показать систему в работе прямо сейчас — с телефона, на живых данных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2026-08-17T04:26:01Z</dcterms:created>
  <dcterms:modified xsi:type="dcterms:W3CDTF">2026-08-17T04:26:01Z</dcterms:modified>
</cp:coreProperties>
</file>